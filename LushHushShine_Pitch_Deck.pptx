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LushHushShine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AI-Powered Retail Intel &amp; Supply Chain Engine</a:t>
            </a:r>
          </a:p>
          <a:p>
            <a:r>
              <a:t>Pitch Deck for AI Hackathon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Problem in Modern Retail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Inefficient inventory management leads to severe stockouts and dead stock accumulation.</a:t>
            </a:r>
          </a:p>
          <a:p>
            <a:r>
              <a:t>Manual product cataloging and data entry is time-consuming and error-prone.</a:t>
            </a:r>
          </a:p>
          <a:p>
            <a:r>
              <a:t>Lack of real-time, data-driven insights across the supply chain.</a:t>
            </a:r>
          </a:p>
          <a:p>
            <a:r>
              <a:t>Communication gaps between Retailers (Selling Places) and Suppliers (Vendors).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Our Solution: LushHushShine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 state-of-the-art Supply Chain Platform connecting Retailers and Vendors seamlessly.</a:t>
            </a:r>
          </a:p>
          <a:p>
            <a:r>
              <a:t>Automated Inventory Optimization driven by machine learning.</a:t>
            </a:r>
          </a:p>
          <a:p>
            <a:r>
              <a:t>Predictive Analytics highlighting Expiry risks and Stockout dates.</a:t>
            </a:r>
          </a:p>
          <a:p>
            <a:r>
              <a:t>Multimodal OCR Vision for instant product catalog scanning and entry.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Core AI Capabilities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ABC/XYZ Classification: Prioritizes capital allocation based on revenue contribution and demand volatility.</a:t>
            </a:r>
          </a:p>
          <a:p>
            <a:r>
              <a:t>Stockout Risk Matrix: Predicts exact shortage dates using daily sales velocity and lead times.</a:t>
            </a:r>
          </a:p>
          <a:p>
            <a:r>
              <a:t>Ghost SKU Detection: Identifies dead stock (0 sales) for automated markdown strategies.</a:t>
            </a:r>
          </a:p>
          <a:p>
            <a:r>
              <a:t>EOQ &amp; Safety Stock: AI calculates the exact Economic Order Quantity dynamically.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Retail LLM Assistant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Powered by Hugging Face Llama-3.1-8B-Instruct.</a:t>
            </a:r>
          </a:p>
          <a:p>
            <a:r>
              <a:t>Context-Aware: Directly queried against the Neon Postgres inventory database.</a:t>
            </a:r>
          </a:p>
          <a:p>
            <a:r>
              <a:t>Actionable: Ask 'Which products are running low?' or 'Create a liquidation plan'.</a:t>
            </a:r>
          </a:p>
          <a:p>
            <a:r>
              <a:t>Generates strategic, data-backed plans formatted perfectly in markdown.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Architecture &amp; Technology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Frontend: React 18, Vite, Material-UI, Recharts (Dark Glassmorphism UI).</a:t>
            </a:r>
          </a:p>
          <a:p>
            <a:r>
              <a:t>Backend Core: Node.js &amp; Express transpiled to Vercel Serverless.</a:t>
            </a:r>
          </a:p>
          <a:p>
            <a:r>
              <a:t>AI Microservice: Python 3.10+, FastAPI (Serverless integration).</a:t>
            </a:r>
          </a:p>
          <a:p>
            <a:r>
              <a:t>Database: Neon Serverless Postgres for instant cold starts &amp; pooling.</a:t>
            </a:r>
          </a:p>
          <a:p>
            <a:r>
              <a:t>Deployment: Fully optimized Vercel edge deployment.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Impact &amp; Future Roadmap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Immediate ROI: Reduced holding costs and prevention of lost sales due to stockouts.</a:t>
            </a:r>
          </a:p>
          <a:p>
            <a:r>
              <a:t>Scalability: Serverless architecture ensures zero downtime and infinite scaling.</a:t>
            </a:r>
          </a:p>
          <a:p>
            <a:r>
              <a:t>Future Integration: Autonomous vendor reordering and dynamic AI pricing.</a:t>
            </a:r>
          </a:p>
          <a:p>
            <a:r>
              <a:t>Thank You! Let's revolutionize retail.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